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C9D3E0-FC8E-409A-B12F-3643CFC3210F}" v="294" dt="2022-05-07T15:27:15.620"/>
    <p1510:client id="{F67DD943-354B-AA3A-D378-D645CDB2556B}" v="116" dt="2022-05-14T15:59:50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14.05.2022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ea typeface="Calibri Light"/>
                <a:cs typeface="Calibri Light"/>
              </a:rPr>
              <a:t>Лабораторная работа №7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47731" y="3602038"/>
            <a:ext cx="5120269" cy="9588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Calibri"/>
                <a:cs typeface="Calibri"/>
              </a:rPr>
              <a:t>Петрушов Дмитрий Сергеевич</a:t>
            </a:r>
          </a:p>
          <a:p>
            <a:r>
              <a:rPr lang="ru-RU" dirty="0">
                <a:ea typeface="Calibri"/>
                <a:cs typeface="Calibri"/>
              </a:rPr>
              <a:t>НПИ-бд-01-21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E6BB3-9C4D-E5CB-92ED-50068F2C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a typeface="Calibri Light"/>
                <a:cs typeface="Calibri Light"/>
              </a:rPr>
              <a:t>Изучил </a:t>
            </a:r>
            <a:r>
              <a:rPr lang="ru-RU" sz="1800" dirty="0" err="1">
                <a:ea typeface="Calibri Light"/>
                <a:cs typeface="Calibri Light"/>
              </a:rPr>
              <a:t>Midnight</a:t>
            </a:r>
            <a:r>
              <a:rPr lang="ru-RU" sz="1800" dirty="0">
                <a:ea typeface="Calibri Light"/>
                <a:cs typeface="Calibri Light"/>
              </a:rPr>
              <a:t> Commander - псевдографическую оболочку для Linux.</a:t>
            </a:r>
          </a:p>
        </p:txBody>
      </p:sp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5AC90522-39A9-FF52-B026-8EADE57AE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730" y="1322418"/>
            <a:ext cx="6570805" cy="4854545"/>
          </a:xfrm>
        </p:spPr>
      </p:pic>
    </p:spTree>
    <p:extLst>
      <p:ext uri="{BB962C8B-B14F-4D97-AF65-F5344CB8AC3E}">
        <p14:creationId xmlns:p14="http://schemas.microsoft.com/office/powerpoint/2010/main" val="3406480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5ADF7-3E61-FD6D-D910-643DF8D1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Копирование\перемещение файлов</a:t>
            </a:r>
            <a:endParaRPr lang="ru-RU" dirty="0"/>
          </a:p>
        </p:txBody>
      </p:sp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EE6E98B3-DA65-B458-CE51-38DDB19EF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3799" y="1825625"/>
            <a:ext cx="5944401" cy="4351338"/>
          </a:xfrm>
        </p:spPr>
      </p:pic>
    </p:spTree>
    <p:extLst>
      <p:ext uri="{BB962C8B-B14F-4D97-AF65-F5344CB8AC3E}">
        <p14:creationId xmlns:p14="http://schemas.microsoft.com/office/powerpoint/2010/main" val="269426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80CFB-BC36-226F-C17E-F1AEFBD8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ea typeface="Calibri Light"/>
                <a:cs typeface="Calibri Light"/>
              </a:rPr>
              <a:t>Редактирование файлов</a:t>
            </a:r>
          </a:p>
        </p:txBody>
      </p:sp>
      <p:pic>
        <p:nvPicPr>
          <p:cNvPr id="6" name="Рисунок 6" descr="Изображение выглядит как текст, снимок экрана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4553C9D3-07C0-5B84-3040-DC62A0DF75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7198" y="1308041"/>
            <a:ext cx="6527491" cy="4868922"/>
          </a:xfrm>
        </p:spPr>
      </p:pic>
    </p:spTree>
    <p:extLst>
      <p:ext uri="{BB962C8B-B14F-4D97-AF65-F5344CB8AC3E}">
        <p14:creationId xmlns:p14="http://schemas.microsoft.com/office/powerpoint/2010/main" val="282315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E99DF-B6AB-A135-9814-B1BAD7B2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106" y="2981804"/>
            <a:ext cx="1051560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600" dirty="0">
                <a:ea typeface="+mj-lt"/>
                <a:cs typeface="+mj-lt"/>
              </a:rPr>
              <a:t>В ходе выполнения данной лабораторной работы я освоил основные возможности командной оболочки </a:t>
            </a:r>
            <a:r>
              <a:rPr lang="ru-RU" sz="3600" dirty="0" err="1">
                <a:ea typeface="+mj-lt"/>
                <a:cs typeface="+mj-lt"/>
              </a:rPr>
              <a:t>Midnigh</a:t>
            </a:r>
            <a:r>
              <a:rPr lang="ru-RU" sz="3600" dirty="0">
                <a:ea typeface="+mj-lt"/>
                <a:cs typeface="+mj-lt"/>
              </a:rPr>
              <a:t> </a:t>
            </a:r>
            <a:r>
              <a:rPr lang="ru-RU" sz="3600" dirty="0" err="1">
                <a:ea typeface="+mj-lt"/>
                <a:cs typeface="+mj-lt"/>
              </a:rPr>
              <a:t>tCommander</a:t>
            </a:r>
            <a:r>
              <a:rPr lang="ru-RU" sz="3600" dirty="0">
                <a:ea typeface="+mj-lt"/>
                <a:cs typeface="+mj-lt"/>
              </a:rPr>
              <a:t> и приобрел навыки практической работы по просмотру каталогов и файлов; манипуляций с ними.</a:t>
            </a:r>
            <a:endParaRPr lang="ru-RU" sz="36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42A48-4197-B65C-7D16-398F5FE3F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848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Лабораторная работа №7</vt:lpstr>
      <vt:lpstr>Изучил Midnight Commander - псевдографическую оболочку для Linux.</vt:lpstr>
      <vt:lpstr>Копирование\перемещение файлов</vt:lpstr>
      <vt:lpstr>Редактирование файлов</vt:lpstr>
      <vt:lpstr>В ходе выполнения данной лабораторной работы я освоил основные возможности командной оболочки Midnigh tCommander и приобрел навыки практической работы по просмотру каталогов и файлов; манипуляций с ними.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123</cp:revision>
  <dcterms:created xsi:type="dcterms:W3CDTF">2022-05-07T14:10:47Z</dcterms:created>
  <dcterms:modified xsi:type="dcterms:W3CDTF">2022-05-14T16:00:06Z</dcterms:modified>
</cp:coreProperties>
</file>